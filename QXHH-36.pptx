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7600" y="2907841"/>
            <a:ext cx="12424410" cy="66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521" y="2521368"/>
            <a:ext cx="16601440" cy="7143115"/>
          </a:xfrm>
          <a:custGeom>
            <a:avLst/>
            <a:gdLst/>
            <a:ahLst/>
            <a:cxnLst/>
            <a:rect l="l" t="t" r="r" b="b"/>
            <a:pathLst>
              <a:path w="16601440" h="7143115">
                <a:moveTo>
                  <a:pt x="15814335" y="7142737"/>
                </a:moveTo>
                <a:lnTo>
                  <a:pt x="790575" y="7142737"/>
                </a:lnTo>
                <a:lnTo>
                  <a:pt x="742415" y="7141295"/>
                </a:lnTo>
                <a:lnTo>
                  <a:pt x="695018" y="7137021"/>
                </a:lnTo>
                <a:lnTo>
                  <a:pt x="648468" y="7130000"/>
                </a:lnTo>
                <a:lnTo>
                  <a:pt x="602845" y="7120314"/>
                </a:lnTo>
                <a:lnTo>
                  <a:pt x="558234" y="7108045"/>
                </a:lnTo>
                <a:lnTo>
                  <a:pt x="514717" y="7093277"/>
                </a:lnTo>
                <a:lnTo>
                  <a:pt x="472377" y="7076092"/>
                </a:lnTo>
                <a:lnTo>
                  <a:pt x="431295" y="7056572"/>
                </a:lnTo>
                <a:lnTo>
                  <a:pt x="391556" y="7034801"/>
                </a:lnTo>
                <a:lnTo>
                  <a:pt x="353242" y="7010860"/>
                </a:lnTo>
                <a:lnTo>
                  <a:pt x="316434" y="6984834"/>
                </a:lnTo>
                <a:lnTo>
                  <a:pt x="281217" y="6956804"/>
                </a:lnTo>
                <a:lnTo>
                  <a:pt x="247673" y="6926853"/>
                </a:lnTo>
                <a:lnTo>
                  <a:pt x="215884" y="6895064"/>
                </a:lnTo>
                <a:lnTo>
                  <a:pt x="185933" y="6861520"/>
                </a:lnTo>
                <a:lnTo>
                  <a:pt x="157903" y="6826303"/>
                </a:lnTo>
                <a:lnTo>
                  <a:pt x="131876" y="6789495"/>
                </a:lnTo>
                <a:lnTo>
                  <a:pt x="107936" y="6751181"/>
                </a:lnTo>
                <a:lnTo>
                  <a:pt x="86165" y="6711441"/>
                </a:lnTo>
                <a:lnTo>
                  <a:pt x="66645" y="6670360"/>
                </a:lnTo>
                <a:lnTo>
                  <a:pt x="49460" y="6628020"/>
                </a:lnTo>
                <a:lnTo>
                  <a:pt x="34692" y="6584502"/>
                </a:lnTo>
                <a:lnTo>
                  <a:pt x="22423" y="6539891"/>
                </a:lnTo>
                <a:lnTo>
                  <a:pt x="12737" y="6494269"/>
                </a:lnTo>
                <a:lnTo>
                  <a:pt x="5716" y="6447719"/>
                </a:lnTo>
                <a:lnTo>
                  <a:pt x="1442" y="6400322"/>
                </a:lnTo>
                <a:lnTo>
                  <a:pt x="0" y="6352162"/>
                </a:lnTo>
                <a:lnTo>
                  <a:pt x="0" y="790575"/>
                </a:lnTo>
                <a:lnTo>
                  <a:pt x="1442" y="742415"/>
                </a:lnTo>
                <a:lnTo>
                  <a:pt x="5716" y="695018"/>
                </a:lnTo>
                <a:lnTo>
                  <a:pt x="12737" y="648468"/>
                </a:lnTo>
                <a:lnTo>
                  <a:pt x="22423" y="602845"/>
                </a:lnTo>
                <a:lnTo>
                  <a:pt x="34692" y="558234"/>
                </a:lnTo>
                <a:lnTo>
                  <a:pt x="49460" y="514717"/>
                </a:lnTo>
                <a:lnTo>
                  <a:pt x="66645" y="472377"/>
                </a:lnTo>
                <a:lnTo>
                  <a:pt x="86165" y="431295"/>
                </a:lnTo>
                <a:lnTo>
                  <a:pt x="107936" y="391556"/>
                </a:lnTo>
                <a:lnTo>
                  <a:pt x="131876" y="353242"/>
                </a:lnTo>
                <a:lnTo>
                  <a:pt x="157903" y="316434"/>
                </a:lnTo>
                <a:lnTo>
                  <a:pt x="185933" y="281217"/>
                </a:lnTo>
                <a:lnTo>
                  <a:pt x="215884" y="247673"/>
                </a:lnTo>
                <a:lnTo>
                  <a:pt x="247673" y="215884"/>
                </a:lnTo>
                <a:lnTo>
                  <a:pt x="281217" y="185933"/>
                </a:lnTo>
                <a:lnTo>
                  <a:pt x="316434" y="157903"/>
                </a:lnTo>
                <a:lnTo>
                  <a:pt x="353242" y="131876"/>
                </a:lnTo>
                <a:lnTo>
                  <a:pt x="391556" y="107936"/>
                </a:lnTo>
                <a:lnTo>
                  <a:pt x="431295" y="86165"/>
                </a:lnTo>
                <a:lnTo>
                  <a:pt x="472377" y="66645"/>
                </a:lnTo>
                <a:lnTo>
                  <a:pt x="514717" y="49460"/>
                </a:lnTo>
                <a:lnTo>
                  <a:pt x="558234" y="34692"/>
                </a:lnTo>
                <a:lnTo>
                  <a:pt x="602845" y="22423"/>
                </a:lnTo>
                <a:lnTo>
                  <a:pt x="648468" y="12737"/>
                </a:lnTo>
                <a:lnTo>
                  <a:pt x="695018" y="5716"/>
                </a:lnTo>
                <a:lnTo>
                  <a:pt x="742415" y="1442"/>
                </a:lnTo>
                <a:lnTo>
                  <a:pt x="790575" y="0"/>
                </a:lnTo>
                <a:lnTo>
                  <a:pt x="15814335" y="0"/>
                </a:lnTo>
                <a:lnTo>
                  <a:pt x="15862494" y="1442"/>
                </a:lnTo>
                <a:lnTo>
                  <a:pt x="15909891" y="5716"/>
                </a:lnTo>
                <a:lnTo>
                  <a:pt x="15956442" y="12737"/>
                </a:lnTo>
                <a:lnTo>
                  <a:pt x="16002064" y="22423"/>
                </a:lnTo>
                <a:lnTo>
                  <a:pt x="16046676" y="34692"/>
                </a:lnTo>
                <a:lnTo>
                  <a:pt x="16090193" y="49460"/>
                </a:lnTo>
                <a:lnTo>
                  <a:pt x="16132533" y="66645"/>
                </a:lnTo>
                <a:lnTo>
                  <a:pt x="16173615" y="86165"/>
                </a:lnTo>
                <a:lnTo>
                  <a:pt x="16213354" y="107936"/>
                </a:lnTo>
                <a:lnTo>
                  <a:pt x="16251669" y="131876"/>
                </a:lnTo>
                <a:lnTo>
                  <a:pt x="16288476" y="157903"/>
                </a:lnTo>
                <a:lnTo>
                  <a:pt x="16323693" y="185933"/>
                </a:lnTo>
                <a:lnTo>
                  <a:pt x="16357238" y="215884"/>
                </a:lnTo>
                <a:lnTo>
                  <a:pt x="16389027" y="247673"/>
                </a:lnTo>
                <a:lnTo>
                  <a:pt x="16418978" y="281217"/>
                </a:lnTo>
                <a:lnTo>
                  <a:pt x="16447008" y="316434"/>
                </a:lnTo>
                <a:lnTo>
                  <a:pt x="16473034" y="353242"/>
                </a:lnTo>
                <a:lnTo>
                  <a:pt x="16496975" y="391556"/>
                </a:lnTo>
                <a:lnTo>
                  <a:pt x="16518746" y="431295"/>
                </a:lnTo>
                <a:lnTo>
                  <a:pt x="16538265" y="472377"/>
                </a:lnTo>
                <a:lnTo>
                  <a:pt x="16555451" y="514717"/>
                </a:lnTo>
                <a:lnTo>
                  <a:pt x="16570219" y="558234"/>
                </a:lnTo>
                <a:lnTo>
                  <a:pt x="16582488" y="602845"/>
                </a:lnTo>
                <a:lnTo>
                  <a:pt x="16592174" y="648468"/>
                </a:lnTo>
                <a:lnTo>
                  <a:pt x="16599195" y="695018"/>
                </a:lnTo>
                <a:lnTo>
                  <a:pt x="16601284" y="718187"/>
                </a:lnTo>
                <a:lnTo>
                  <a:pt x="16601284" y="6424550"/>
                </a:lnTo>
                <a:lnTo>
                  <a:pt x="16592174" y="6494269"/>
                </a:lnTo>
                <a:lnTo>
                  <a:pt x="16582488" y="6539891"/>
                </a:lnTo>
                <a:lnTo>
                  <a:pt x="16570219" y="6584502"/>
                </a:lnTo>
                <a:lnTo>
                  <a:pt x="16555451" y="6628020"/>
                </a:lnTo>
                <a:lnTo>
                  <a:pt x="16538265" y="6670360"/>
                </a:lnTo>
                <a:lnTo>
                  <a:pt x="16518746" y="6711441"/>
                </a:lnTo>
                <a:lnTo>
                  <a:pt x="16496975" y="6751181"/>
                </a:lnTo>
                <a:lnTo>
                  <a:pt x="16473034" y="6789495"/>
                </a:lnTo>
                <a:lnTo>
                  <a:pt x="16447008" y="6826303"/>
                </a:lnTo>
                <a:lnTo>
                  <a:pt x="16418978" y="6861520"/>
                </a:lnTo>
                <a:lnTo>
                  <a:pt x="16389027" y="6895064"/>
                </a:lnTo>
                <a:lnTo>
                  <a:pt x="16357238" y="6926853"/>
                </a:lnTo>
                <a:lnTo>
                  <a:pt x="16323693" y="6956804"/>
                </a:lnTo>
                <a:lnTo>
                  <a:pt x="16288476" y="6984834"/>
                </a:lnTo>
                <a:lnTo>
                  <a:pt x="16251669" y="7010860"/>
                </a:lnTo>
                <a:lnTo>
                  <a:pt x="16213354" y="7034801"/>
                </a:lnTo>
                <a:lnTo>
                  <a:pt x="16173615" y="7056572"/>
                </a:lnTo>
                <a:lnTo>
                  <a:pt x="16132533" y="7076092"/>
                </a:lnTo>
                <a:lnTo>
                  <a:pt x="16090193" y="7093277"/>
                </a:lnTo>
                <a:lnTo>
                  <a:pt x="16046676" y="7108045"/>
                </a:lnTo>
                <a:lnTo>
                  <a:pt x="16002064" y="7120314"/>
                </a:lnTo>
                <a:lnTo>
                  <a:pt x="15956442" y="7130000"/>
                </a:lnTo>
                <a:lnTo>
                  <a:pt x="15909891" y="7137021"/>
                </a:lnTo>
                <a:lnTo>
                  <a:pt x="15862494" y="7141295"/>
                </a:lnTo>
                <a:lnTo>
                  <a:pt x="15814335" y="7142737"/>
                </a:lnTo>
                <a:close/>
              </a:path>
            </a:pathLst>
          </a:custGeom>
          <a:solidFill>
            <a:srgbClr val="99ACB5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028700" y="156959"/>
            <a:ext cx="12635230" cy="2215515"/>
            <a:chOff x="1028700" y="156959"/>
            <a:chExt cx="12635230" cy="2215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118" y="156959"/>
              <a:ext cx="4190999" cy="195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603012"/>
              <a:ext cx="5162549" cy="10572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7758" y="228993"/>
              <a:ext cx="3286124" cy="21431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92501" y="0"/>
            <a:ext cx="2676524" cy="2371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9299" y="5736061"/>
            <a:ext cx="14659726" cy="18902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3900" spc="-350" dirty="0">
                <a:latin typeface="Arial Black"/>
                <a:cs typeface="Arial Black"/>
              </a:rPr>
              <a:t>TEAM</a:t>
            </a:r>
            <a:r>
              <a:rPr sz="3900" spc="-375" dirty="0">
                <a:latin typeface="Arial Black"/>
                <a:cs typeface="Arial Black"/>
              </a:rPr>
              <a:t> </a:t>
            </a:r>
            <a:r>
              <a:rPr sz="3900" spc="-25" dirty="0">
                <a:latin typeface="Arial Black"/>
                <a:cs typeface="Arial Black"/>
              </a:rPr>
              <a:t>ID:</a:t>
            </a:r>
            <a:r>
              <a:rPr lang="en-US" sz="3900" spc="-25" dirty="0">
                <a:latin typeface="Arial Black"/>
                <a:cs typeface="Arial Black"/>
              </a:rPr>
              <a:t> QXHH-36</a:t>
            </a:r>
            <a:endParaRPr sz="3900" dirty="0">
              <a:latin typeface="Arial Black"/>
              <a:cs typeface="Arial Black"/>
            </a:endParaRPr>
          </a:p>
          <a:p>
            <a:pPr algn="l">
              <a:lnSpc>
                <a:spcPct val="100000"/>
              </a:lnSpc>
              <a:spcBef>
                <a:spcPts val="615"/>
              </a:spcBef>
            </a:pPr>
            <a:endParaRPr sz="3900" dirty="0">
              <a:latin typeface="Arial Black"/>
              <a:cs typeface="Arial Black"/>
            </a:endParaRPr>
          </a:p>
          <a:p>
            <a:pPr algn="l">
              <a:lnSpc>
                <a:spcPct val="100000"/>
              </a:lnSpc>
              <a:spcBef>
                <a:spcPts val="5"/>
              </a:spcBef>
            </a:pPr>
            <a:r>
              <a:rPr sz="3900" spc="-350" dirty="0">
                <a:latin typeface="Arial Black"/>
                <a:cs typeface="Arial Black"/>
              </a:rPr>
              <a:t>TEAM</a:t>
            </a:r>
            <a:r>
              <a:rPr sz="3900" spc="-375" dirty="0">
                <a:latin typeface="Arial Black"/>
                <a:cs typeface="Arial Black"/>
              </a:rPr>
              <a:t> </a:t>
            </a:r>
            <a:r>
              <a:rPr sz="3900" spc="-280" dirty="0">
                <a:latin typeface="Arial Black"/>
                <a:cs typeface="Arial Black"/>
              </a:rPr>
              <a:t>NAME:</a:t>
            </a:r>
            <a:r>
              <a:rPr lang="en-US" sz="3900" spc="-280" dirty="0">
                <a:latin typeface="Arial Black"/>
                <a:cs typeface="Arial Black"/>
              </a:rPr>
              <a:t> </a:t>
            </a:r>
            <a:r>
              <a:rPr lang="en-US" sz="3900" spc="-25" dirty="0">
                <a:latin typeface="Arial Black"/>
                <a:cs typeface="Arial Black"/>
              </a:rPr>
              <a:t>CIRCUIT BREAKERS</a:t>
            </a:r>
            <a:endParaRPr sz="39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022802" y="2827342"/>
            <a:ext cx="618680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4539" marR="5080" indent="-2022475">
              <a:lnSpc>
                <a:spcPct val="115399"/>
              </a:lnSpc>
              <a:spcBef>
                <a:spcPts val="100"/>
              </a:spcBef>
            </a:pPr>
            <a:r>
              <a:rPr sz="3900" spc="-335" dirty="0"/>
              <a:t>HARDWARE</a:t>
            </a:r>
            <a:r>
              <a:rPr sz="3900" spc="-370" dirty="0"/>
              <a:t> </a:t>
            </a:r>
            <a:r>
              <a:rPr sz="3900" spc="-390" dirty="0"/>
              <a:t>HACKATHON </a:t>
            </a:r>
            <a:r>
              <a:rPr sz="3900" spc="-270" dirty="0"/>
              <a:t>ROUND</a:t>
            </a:r>
            <a:r>
              <a:rPr sz="3900" spc="-385" dirty="0"/>
              <a:t> </a:t>
            </a:r>
            <a:r>
              <a:rPr sz="3900" spc="-600" dirty="0"/>
              <a:t>1</a:t>
            </a:r>
            <a:endParaRPr sz="3900"/>
          </a:p>
          <a:p>
            <a:pPr marL="201295">
              <a:lnSpc>
                <a:spcPct val="100000"/>
              </a:lnSpc>
              <a:spcBef>
                <a:spcPts val="720"/>
              </a:spcBef>
            </a:pPr>
            <a:r>
              <a:rPr sz="3900" spc="-125" dirty="0"/>
              <a:t>-</a:t>
            </a:r>
            <a:r>
              <a:rPr sz="3900" spc="-415" dirty="0"/>
              <a:t>TITLE</a:t>
            </a:r>
            <a:r>
              <a:rPr sz="3900" spc="-380" dirty="0"/>
              <a:t> </a:t>
            </a:r>
            <a:r>
              <a:rPr sz="3900" spc="-300" dirty="0"/>
              <a:t>OF</a:t>
            </a:r>
            <a:r>
              <a:rPr sz="3900" spc="-375" dirty="0"/>
              <a:t> </a:t>
            </a:r>
            <a:r>
              <a:rPr sz="3900" spc="-380" dirty="0"/>
              <a:t>THE</a:t>
            </a:r>
            <a:r>
              <a:rPr sz="3900" spc="-375" dirty="0"/>
              <a:t> </a:t>
            </a:r>
            <a:r>
              <a:rPr sz="3900" spc="-370" dirty="0"/>
              <a:t>PROJECT-</a:t>
            </a:r>
            <a:endParaRPr sz="3900"/>
          </a:p>
        </p:txBody>
      </p:sp>
      <p:sp>
        <p:nvSpPr>
          <p:cNvPr id="10" name="object 10"/>
          <p:cNvSpPr txBox="1"/>
          <p:nvPr/>
        </p:nvSpPr>
        <p:spPr>
          <a:xfrm>
            <a:off x="5401073" y="8834183"/>
            <a:ext cx="78054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29" dirty="0">
                <a:solidFill>
                  <a:srgbClr val="FFFFFF"/>
                </a:solidFill>
                <a:latin typeface="Arial Black"/>
                <a:cs typeface="Arial Black"/>
              </a:rPr>
              <a:t>NOTE: </a:t>
            </a:r>
            <a:r>
              <a:rPr sz="2600" spc="-250" dirty="0">
                <a:solidFill>
                  <a:srgbClr val="FFFFFF"/>
                </a:solidFill>
                <a:latin typeface="Arial Black"/>
                <a:cs typeface="Arial Black"/>
              </a:rPr>
              <a:t>PPT</a:t>
            </a:r>
            <a:r>
              <a:rPr sz="260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14" dirty="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sz="260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60" dirty="0">
                <a:solidFill>
                  <a:srgbClr val="FFFFFF"/>
                </a:solidFill>
                <a:latin typeface="Arial Black"/>
                <a:cs typeface="Arial Black"/>
              </a:rPr>
              <a:t>be</a:t>
            </a:r>
            <a:r>
              <a:rPr sz="260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85" dirty="0">
                <a:solidFill>
                  <a:srgbClr val="FFFFFF"/>
                </a:solidFill>
                <a:latin typeface="Arial Black"/>
                <a:cs typeface="Arial Black"/>
              </a:rPr>
              <a:t>named</a:t>
            </a:r>
            <a:r>
              <a:rPr sz="260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80" dirty="0">
                <a:solidFill>
                  <a:srgbClr val="FFFFFF"/>
                </a:solidFill>
                <a:latin typeface="Arial Black"/>
                <a:cs typeface="Arial Black"/>
              </a:rPr>
              <a:t>as-</a:t>
            </a:r>
            <a:r>
              <a:rPr sz="2600" spc="-2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600" spc="-150" dirty="0">
                <a:solidFill>
                  <a:srgbClr val="FFFFFF"/>
                </a:solidFill>
                <a:latin typeface="Arial Black"/>
                <a:cs typeface="Arial Black"/>
              </a:rPr>
              <a:t>“teamID_teamname”</a:t>
            </a:r>
            <a:endParaRPr sz="2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520" y="2552700"/>
            <a:ext cx="16598900" cy="7239000"/>
          </a:xfrm>
          <a:custGeom>
            <a:avLst/>
            <a:gdLst/>
            <a:ahLst/>
            <a:cxnLst/>
            <a:rect l="l" t="t" r="r" b="b"/>
            <a:pathLst>
              <a:path w="16598900" h="7239000">
                <a:moveTo>
                  <a:pt x="15814334" y="7238821"/>
                </a:moveTo>
                <a:lnTo>
                  <a:pt x="790574" y="7238821"/>
                </a:lnTo>
                <a:lnTo>
                  <a:pt x="742415" y="7237379"/>
                </a:lnTo>
                <a:lnTo>
                  <a:pt x="695018" y="7233106"/>
                </a:lnTo>
                <a:lnTo>
                  <a:pt x="648468" y="7226085"/>
                </a:lnTo>
                <a:lnTo>
                  <a:pt x="602845" y="7216399"/>
                </a:lnTo>
                <a:lnTo>
                  <a:pt x="558234" y="7204130"/>
                </a:lnTo>
                <a:lnTo>
                  <a:pt x="514717" y="7189362"/>
                </a:lnTo>
                <a:lnTo>
                  <a:pt x="472377" y="7172176"/>
                </a:lnTo>
                <a:lnTo>
                  <a:pt x="431295" y="7152657"/>
                </a:lnTo>
                <a:lnTo>
                  <a:pt x="391556" y="7130885"/>
                </a:lnTo>
                <a:lnTo>
                  <a:pt x="353242" y="7106945"/>
                </a:lnTo>
                <a:lnTo>
                  <a:pt x="316434" y="7080918"/>
                </a:lnTo>
                <a:lnTo>
                  <a:pt x="281217" y="7052888"/>
                </a:lnTo>
                <a:lnTo>
                  <a:pt x="247673" y="7022938"/>
                </a:lnTo>
                <a:lnTo>
                  <a:pt x="215884" y="6991149"/>
                </a:lnTo>
                <a:lnTo>
                  <a:pt x="185933" y="6957604"/>
                </a:lnTo>
                <a:lnTo>
                  <a:pt x="157903" y="6922387"/>
                </a:lnTo>
                <a:lnTo>
                  <a:pt x="131876" y="6885580"/>
                </a:lnTo>
                <a:lnTo>
                  <a:pt x="107936" y="6847265"/>
                </a:lnTo>
                <a:lnTo>
                  <a:pt x="86165" y="6807526"/>
                </a:lnTo>
                <a:lnTo>
                  <a:pt x="66645" y="6766445"/>
                </a:lnTo>
                <a:lnTo>
                  <a:pt x="49460" y="6724104"/>
                </a:lnTo>
                <a:lnTo>
                  <a:pt x="34692" y="6680587"/>
                </a:lnTo>
                <a:lnTo>
                  <a:pt x="22423" y="6635976"/>
                </a:lnTo>
                <a:lnTo>
                  <a:pt x="12737" y="6590354"/>
                </a:lnTo>
                <a:lnTo>
                  <a:pt x="5716" y="6543803"/>
                </a:lnTo>
                <a:lnTo>
                  <a:pt x="1442" y="6496407"/>
                </a:lnTo>
                <a:lnTo>
                  <a:pt x="0" y="6448247"/>
                </a:lnTo>
                <a:lnTo>
                  <a:pt x="0" y="790574"/>
                </a:lnTo>
                <a:lnTo>
                  <a:pt x="1442" y="742415"/>
                </a:lnTo>
                <a:lnTo>
                  <a:pt x="5716" y="695018"/>
                </a:lnTo>
                <a:lnTo>
                  <a:pt x="12737" y="648468"/>
                </a:lnTo>
                <a:lnTo>
                  <a:pt x="22423" y="602845"/>
                </a:lnTo>
                <a:lnTo>
                  <a:pt x="34692" y="558234"/>
                </a:lnTo>
                <a:lnTo>
                  <a:pt x="49460" y="514717"/>
                </a:lnTo>
                <a:lnTo>
                  <a:pt x="66645" y="472377"/>
                </a:lnTo>
                <a:lnTo>
                  <a:pt x="86165" y="431295"/>
                </a:lnTo>
                <a:lnTo>
                  <a:pt x="107936" y="391556"/>
                </a:lnTo>
                <a:lnTo>
                  <a:pt x="131876" y="353242"/>
                </a:lnTo>
                <a:lnTo>
                  <a:pt x="157903" y="316434"/>
                </a:lnTo>
                <a:lnTo>
                  <a:pt x="185933" y="281217"/>
                </a:lnTo>
                <a:lnTo>
                  <a:pt x="215884" y="247673"/>
                </a:lnTo>
                <a:lnTo>
                  <a:pt x="247673" y="215884"/>
                </a:lnTo>
                <a:lnTo>
                  <a:pt x="281217" y="185933"/>
                </a:lnTo>
                <a:lnTo>
                  <a:pt x="316434" y="157903"/>
                </a:lnTo>
                <a:lnTo>
                  <a:pt x="353242" y="131876"/>
                </a:lnTo>
                <a:lnTo>
                  <a:pt x="391556" y="107936"/>
                </a:lnTo>
                <a:lnTo>
                  <a:pt x="431295" y="86165"/>
                </a:lnTo>
                <a:lnTo>
                  <a:pt x="472377" y="66645"/>
                </a:lnTo>
                <a:lnTo>
                  <a:pt x="514717" y="49460"/>
                </a:lnTo>
                <a:lnTo>
                  <a:pt x="558234" y="34692"/>
                </a:lnTo>
                <a:lnTo>
                  <a:pt x="602845" y="22423"/>
                </a:lnTo>
                <a:lnTo>
                  <a:pt x="648468" y="12737"/>
                </a:lnTo>
                <a:lnTo>
                  <a:pt x="695018" y="5716"/>
                </a:lnTo>
                <a:lnTo>
                  <a:pt x="742415" y="1442"/>
                </a:lnTo>
                <a:lnTo>
                  <a:pt x="790574" y="0"/>
                </a:lnTo>
                <a:lnTo>
                  <a:pt x="15814334" y="0"/>
                </a:lnTo>
                <a:lnTo>
                  <a:pt x="15862494" y="1442"/>
                </a:lnTo>
                <a:lnTo>
                  <a:pt x="15909890" y="5716"/>
                </a:lnTo>
                <a:lnTo>
                  <a:pt x="15956441" y="12737"/>
                </a:lnTo>
                <a:lnTo>
                  <a:pt x="16002063" y="22423"/>
                </a:lnTo>
                <a:lnTo>
                  <a:pt x="16046674" y="34692"/>
                </a:lnTo>
                <a:lnTo>
                  <a:pt x="16090191" y="49460"/>
                </a:lnTo>
                <a:lnTo>
                  <a:pt x="16132532" y="66645"/>
                </a:lnTo>
                <a:lnTo>
                  <a:pt x="16173613" y="86165"/>
                </a:lnTo>
                <a:lnTo>
                  <a:pt x="16213353" y="107936"/>
                </a:lnTo>
                <a:lnTo>
                  <a:pt x="16251667" y="131876"/>
                </a:lnTo>
                <a:lnTo>
                  <a:pt x="16288475" y="157903"/>
                </a:lnTo>
                <a:lnTo>
                  <a:pt x="16323692" y="185933"/>
                </a:lnTo>
                <a:lnTo>
                  <a:pt x="16357237" y="215884"/>
                </a:lnTo>
                <a:lnTo>
                  <a:pt x="16389026" y="247673"/>
                </a:lnTo>
                <a:lnTo>
                  <a:pt x="16418977" y="281217"/>
                </a:lnTo>
                <a:lnTo>
                  <a:pt x="16447007" y="316434"/>
                </a:lnTo>
                <a:lnTo>
                  <a:pt x="16473033" y="353242"/>
                </a:lnTo>
                <a:lnTo>
                  <a:pt x="16496973" y="391556"/>
                </a:lnTo>
                <a:lnTo>
                  <a:pt x="16518745" y="431295"/>
                </a:lnTo>
                <a:lnTo>
                  <a:pt x="16538264" y="472377"/>
                </a:lnTo>
                <a:lnTo>
                  <a:pt x="16555450" y="514717"/>
                </a:lnTo>
                <a:lnTo>
                  <a:pt x="16570218" y="558234"/>
                </a:lnTo>
                <a:lnTo>
                  <a:pt x="16582487" y="602845"/>
                </a:lnTo>
                <a:lnTo>
                  <a:pt x="16592173" y="648468"/>
                </a:lnTo>
                <a:lnTo>
                  <a:pt x="16598392" y="689698"/>
                </a:lnTo>
                <a:lnTo>
                  <a:pt x="16598392" y="6549123"/>
                </a:lnTo>
                <a:lnTo>
                  <a:pt x="16592173" y="6590354"/>
                </a:lnTo>
                <a:lnTo>
                  <a:pt x="16582487" y="6635976"/>
                </a:lnTo>
                <a:lnTo>
                  <a:pt x="16570218" y="6680587"/>
                </a:lnTo>
                <a:lnTo>
                  <a:pt x="16555450" y="6724104"/>
                </a:lnTo>
                <a:lnTo>
                  <a:pt x="16538264" y="6766445"/>
                </a:lnTo>
                <a:lnTo>
                  <a:pt x="16518745" y="6807526"/>
                </a:lnTo>
                <a:lnTo>
                  <a:pt x="16496973" y="6847265"/>
                </a:lnTo>
                <a:lnTo>
                  <a:pt x="16473033" y="6885580"/>
                </a:lnTo>
                <a:lnTo>
                  <a:pt x="16447007" y="6922387"/>
                </a:lnTo>
                <a:lnTo>
                  <a:pt x="16418977" y="6957604"/>
                </a:lnTo>
                <a:lnTo>
                  <a:pt x="16389026" y="6991149"/>
                </a:lnTo>
                <a:lnTo>
                  <a:pt x="16357237" y="7022938"/>
                </a:lnTo>
                <a:lnTo>
                  <a:pt x="16323692" y="7052888"/>
                </a:lnTo>
                <a:lnTo>
                  <a:pt x="16288475" y="7080918"/>
                </a:lnTo>
                <a:lnTo>
                  <a:pt x="16251667" y="7106945"/>
                </a:lnTo>
                <a:lnTo>
                  <a:pt x="16213353" y="7130885"/>
                </a:lnTo>
                <a:lnTo>
                  <a:pt x="16173613" y="7152657"/>
                </a:lnTo>
                <a:lnTo>
                  <a:pt x="16132532" y="7172176"/>
                </a:lnTo>
                <a:lnTo>
                  <a:pt x="16090191" y="7189362"/>
                </a:lnTo>
                <a:lnTo>
                  <a:pt x="16046674" y="7204130"/>
                </a:lnTo>
                <a:lnTo>
                  <a:pt x="16002063" y="7216399"/>
                </a:lnTo>
                <a:lnTo>
                  <a:pt x="15956441" y="7226085"/>
                </a:lnTo>
                <a:lnTo>
                  <a:pt x="15909890" y="7233106"/>
                </a:lnTo>
                <a:lnTo>
                  <a:pt x="15862494" y="7237379"/>
                </a:lnTo>
                <a:lnTo>
                  <a:pt x="15814334" y="7238821"/>
                </a:lnTo>
                <a:close/>
              </a:path>
            </a:pathLst>
          </a:custGeom>
          <a:solidFill>
            <a:srgbClr val="99ACB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168106"/>
            <a:ext cx="9351010" cy="1952625"/>
            <a:chOff x="1028700" y="168106"/>
            <a:chExt cx="9351010" cy="1952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118" y="168106"/>
              <a:ext cx="4190999" cy="1952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709812"/>
              <a:ext cx="5162549" cy="10572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0856" y="168106"/>
            <a:ext cx="3152774" cy="21621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37921" y="0"/>
            <a:ext cx="2562224" cy="252158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75823" y="4284707"/>
            <a:ext cx="15224322" cy="5770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dirty="0">
                <a:latin typeface="Verdana"/>
                <a:cs typeface="Verdana"/>
              </a:rPr>
              <a:t>In many hospitals, communication between patient rooms and the pharmacy is usually manual adopted system which is slow. This delay affects medicine delivery timings, especially during emergencies.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endParaRPr lang="en-US" sz="2250" dirty="0">
              <a:latin typeface="Verdana"/>
              <a:cs typeface="Verdana"/>
            </a:endParaRP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b="1" dirty="0">
                <a:latin typeface="Verdana"/>
                <a:cs typeface="Verdana"/>
              </a:rPr>
              <a:t>Proposed Solution</a:t>
            </a:r>
            <a:r>
              <a:rPr lang="en-US" sz="2250" dirty="0">
                <a:latin typeface="Verdana"/>
                <a:cs typeface="Verdana"/>
              </a:rPr>
              <a:t>: We propose a low-cost autonomous robot that follows a fixed path, detects requests from each room, and communicates them to the pharma station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endParaRPr lang="en-US" sz="2250" dirty="0">
              <a:latin typeface="Verdana"/>
              <a:cs typeface="Verdana"/>
            </a:endParaRP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b="1" dirty="0">
                <a:latin typeface="Verdana"/>
                <a:cs typeface="Verdana"/>
              </a:rPr>
              <a:t>Uniqueness</a:t>
            </a:r>
            <a:r>
              <a:rPr lang="en-US" sz="2250" dirty="0">
                <a:latin typeface="Verdana"/>
                <a:cs typeface="Verdana"/>
              </a:rPr>
              <a:t>:	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dirty="0">
                <a:latin typeface="Verdana"/>
                <a:cs typeface="Verdana"/>
              </a:rPr>
              <a:t>• Low-cost and easy to implement	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dirty="0">
                <a:latin typeface="Verdana"/>
                <a:cs typeface="Verdana"/>
              </a:rPr>
              <a:t>• Fully automated system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dirty="0">
                <a:latin typeface="Verdana"/>
                <a:cs typeface="Verdana"/>
              </a:rPr>
              <a:t>• Reduces human effort and delay	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r>
              <a:rPr lang="en-US" sz="2250" dirty="0">
                <a:latin typeface="Verdana"/>
                <a:cs typeface="Verdana"/>
              </a:rPr>
              <a:t>• Can be upgraded with AI in future</a:t>
            </a: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endParaRPr lang="en-US" sz="2250" dirty="0">
              <a:latin typeface="Verdana"/>
              <a:cs typeface="Verdana"/>
            </a:endParaRPr>
          </a:p>
          <a:p>
            <a:pPr marL="12700" marR="555625">
              <a:lnSpc>
                <a:spcPct val="116700"/>
              </a:lnSpc>
              <a:spcBef>
                <a:spcPts val="95"/>
              </a:spcBef>
            </a:pPr>
            <a:endParaRPr sz="225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50" dirty="0"/>
              <a:t>PROBLEM</a:t>
            </a:r>
            <a:r>
              <a:rPr sz="4200" spc="-395" dirty="0"/>
              <a:t> </a:t>
            </a:r>
            <a:r>
              <a:rPr sz="4200" spc="-360" dirty="0"/>
              <a:t>UNDERSTANDING</a:t>
            </a:r>
            <a:r>
              <a:rPr sz="4200" spc="-390" dirty="0"/>
              <a:t> </a:t>
            </a:r>
            <a:r>
              <a:rPr sz="4200" spc="-975" dirty="0"/>
              <a:t>&amp;</a:t>
            </a:r>
            <a:r>
              <a:rPr sz="4200" spc="-390" dirty="0"/>
              <a:t> </a:t>
            </a:r>
            <a:r>
              <a:rPr sz="4200" spc="-335" dirty="0"/>
              <a:t>PROPOSED</a:t>
            </a:r>
            <a:r>
              <a:rPr sz="4200" spc="-395" dirty="0"/>
              <a:t> </a:t>
            </a:r>
            <a:r>
              <a:rPr sz="4200" spc="-325" dirty="0"/>
              <a:t>IDEA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0355" y="2251683"/>
            <a:ext cx="16598900" cy="7239000"/>
          </a:xfrm>
          <a:custGeom>
            <a:avLst/>
            <a:gdLst/>
            <a:ahLst/>
            <a:cxnLst/>
            <a:rect l="l" t="t" r="r" b="b"/>
            <a:pathLst>
              <a:path w="16598900" h="7239000">
                <a:moveTo>
                  <a:pt x="15814334" y="7238821"/>
                </a:moveTo>
                <a:lnTo>
                  <a:pt x="790574" y="7238821"/>
                </a:lnTo>
                <a:lnTo>
                  <a:pt x="742415" y="7237379"/>
                </a:lnTo>
                <a:lnTo>
                  <a:pt x="695018" y="7233106"/>
                </a:lnTo>
                <a:lnTo>
                  <a:pt x="648468" y="7226085"/>
                </a:lnTo>
                <a:lnTo>
                  <a:pt x="602845" y="7216399"/>
                </a:lnTo>
                <a:lnTo>
                  <a:pt x="558234" y="7204130"/>
                </a:lnTo>
                <a:lnTo>
                  <a:pt x="514717" y="7189362"/>
                </a:lnTo>
                <a:lnTo>
                  <a:pt x="472377" y="7172176"/>
                </a:lnTo>
                <a:lnTo>
                  <a:pt x="431295" y="7152657"/>
                </a:lnTo>
                <a:lnTo>
                  <a:pt x="391556" y="7130885"/>
                </a:lnTo>
                <a:lnTo>
                  <a:pt x="353242" y="7106945"/>
                </a:lnTo>
                <a:lnTo>
                  <a:pt x="316434" y="7080918"/>
                </a:lnTo>
                <a:lnTo>
                  <a:pt x="281217" y="7052888"/>
                </a:lnTo>
                <a:lnTo>
                  <a:pt x="247673" y="7022938"/>
                </a:lnTo>
                <a:lnTo>
                  <a:pt x="215884" y="6991149"/>
                </a:lnTo>
                <a:lnTo>
                  <a:pt x="185933" y="6957604"/>
                </a:lnTo>
                <a:lnTo>
                  <a:pt x="157903" y="6922387"/>
                </a:lnTo>
                <a:lnTo>
                  <a:pt x="131876" y="6885580"/>
                </a:lnTo>
                <a:lnTo>
                  <a:pt x="107936" y="6847265"/>
                </a:lnTo>
                <a:lnTo>
                  <a:pt x="86165" y="6807526"/>
                </a:lnTo>
                <a:lnTo>
                  <a:pt x="66645" y="6766445"/>
                </a:lnTo>
                <a:lnTo>
                  <a:pt x="49460" y="6724104"/>
                </a:lnTo>
                <a:lnTo>
                  <a:pt x="34692" y="6680587"/>
                </a:lnTo>
                <a:lnTo>
                  <a:pt x="22423" y="6635976"/>
                </a:lnTo>
                <a:lnTo>
                  <a:pt x="12737" y="6590354"/>
                </a:lnTo>
                <a:lnTo>
                  <a:pt x="5716" y="6543803"/>
                </a:lnTo>
                <a:lnTo>
                  <a:pt x="1442" y="6496407"/>
                </a:lnTo>
                <a:lnTo>
                  <a:pt x="0" y="6448247"/>
                </a:lnTo>
                <a:lnTo>
                  <a:pt x="0" y="790574"/>
                </a:lnTo>
                <a:lnTo>
                  <a:pt x="1442" y="742415"/>
                </a:lnTo>
                <a:lnTo>
                  <a:pt x="5716" y="695018"/>
                </a:lnTo>
                <a:lnTo>
                  <a:pt x="12737" y="648468"/>
                </a:lnTo>
                <a:lnTo>
                  <a:pt x="22423" y="602845"/>
                </a:lnTo>
                <a:lnTo>
                  <a:pt x="34692" y="558234"/>
                </a:lnTo>
                <a:lnTo>
                  <a:pt x="49460" y="514717"/>
                </a:lnTo>
                <a:lnTo>
                  <a:pt x="66645" y="472377"/>
                </a:lnTo>
                <a:lnTo>
                  <a:pt x="86165" y="431295"/>
                </a:lnTo>
                <a:lnTo>
                  <a:pt x="107936" y="391556"/>
                </a:lnTo>
                <a:lnTo>
                  <a:pt x="131876" y="353242"/>
                </a:lnTo>
                <a:lnTo>
                  <a:pt x="157903" y="316434"/>
                </a:lnTo>
                <a:lnTo>
                  <a:pt x="185933" y="281217"/>
                </a:lnTo>
                <a:lnTo>
                  <a:pt x="215884" y="247673"/>
                </a:lnTo>
                <a:lnTo>
                  <a:pt x="247673" y="215884"/>
                </a:lnTo>
                <a:lnTo>
                  <a:pt x="281217" y="185933"/>
                </a:lnTo>
                <a:lnTo>
                  <a:pt x="316434" y="157903"/>
                </a:lnTo>
                <a:lnTo>
                  <a:pt x="353242" y="131876"/>
                </a:lnTo>
                <a:lnTo>
                  <a:pt x="391556" y="107936"/>
                </a:lnTo>
                <a:lnTo>
                  <a:pt x="431295" y="86165"/>
                </a:lnTo>
                <a:lnTo>
                  <a:pt x="472377" y="66645"/>
                </a:lnTo>
                <a:lnTo>
                  <a:pt x="514717" y="49460"/>
                </a:lnTo>
                <a:lnTo>
                  <a:pt x="558234" y="34692"/>
                </a:lnTo>
                <a:lnTo>
                  <a:pt x="602845" y="22423"/>
                </a:lnTo>
                <a:lnTo>
                  <a:pt x="648468" y="12737"/>
                </a:lnTo>
                <a:lnTo>
                  <a:pt x="695018" y="5716"/>
                </a:lnTo>
                <a:lnTo>
                  <a:pt x="742415" y="1442"/>
                </a:lnTo>
                <a:lnTo>
                  <a:pt x="790574" y="0"/>
                </a:lnTo>
                <a:lnTo>
                  <a:pt x="15814334" y="0"/>
                </a:lnTo>
                <a:lnTo>
                  <a:pt x="15862494" y="1442"/>
                </a:lnTo>
                <a:lnTo>
                  <a:pt x="15909890" y="5716"/>
                </a:lnTo>
                <a:lnTo>
                  <a:pt x="15956441" y="12737"/>
                </a:lnTo>
                <a:lnTo>
                  <a:pt x="16002063" y="22423"/>
                </a:lnTo>
                <a:lnTo>
                  <a:pt x="16046674" y="34692"/>
                </a:lnTo>
                <a:lnTo>
                  <a:pt x="16090191" y="49460"/>
                </a:lnTo>
                <a:lnTo>
                  <a:pt x="16132532" y="66645"/>
                </a:lnTo>
                <a:lnTo>
                  <a:pt x="16173613" y="86165"/>
                </a:lnTo>
                <a:lnTo>
                  <a:pt x="16213353" y="107936"/>
                </a:lnTo>
                <a:lnTo>
                  <a:pt x="16251667" y="131876"/>
                </a:lnTo>
                <a:lnTo>
                  <a:pt x="16288475" y="157903"/>
                </a:lnTo>
                <a:lnTo>
                  <a:pt x="16323692" y="185933"/>
                </a:lnTo>
                <a:lnTo>
                  <a:pt x="16357237" y="215884"/>
                </a:lnTo>
                <a:lnTo>
                  <a:pt x="16389026" y="247673"/>
                </a:lnTo>
                <a:lnTo>
                  <a:pt x="16418977" y="281217"/>
                </a:lnTo>
                <a:lnTo>
                  <a:pt x="16447007" y="316434"/>
                </a:lnTo>
                <a:lnTo>
                  <a:pt x="16473033" y="353242"/>
                </a:lnTo>
                <a:lnTo>
                  <a:pt x="16496973" y="391556"/>
                </a:lnTo>
                <a:lnTo>
                  <a:pt x="16518745" y="431295"/>
                </a:lnTo>
                <a:lnTo>
                  <a:pt x="16538264" y="472377"/>
                </a:lnTo>
                <a:lnTo>
                  <a:pt x="16555450" y="514717"/>
                </a:lnTo>
                <a:lnTo>
                  <a:pt x="16570218" y="558234"/>
                </a:lnTo>
                <a:lnTo>
                  <a:pt x="16582487" y="602845"/>
                </a:lnTo>
                <a:lnTo>
                  <a:pt x="16592173" y="648468"/>
                </a:lnTo>
                <a:lnTo>
                  <a:pt x="16598392" y="689698"/>
                </a:lnTo>
                <a:lnTo>
                  <a:pt x="16598392" y="6549123"/>
                </a:lnTo>
                <a:lnTo>
                  <a:pt x="16592173" y="6590354"/>
                </a:lnTo>
                <a:lnTo>
                  <a:pt x="16582487" y="6635976"/>
                </a:lnTo>
                <a:lnTo>
                  <a:pt x="16570218" y="6680587"/>
                </a:lnTo>
                <a:lnTo>
                  <a:pt x="16555450" y="6724104"/>
                </a:lnTo>
                <a:lnTo>
                  <a:pt x="16538264" y="6766445"/>
                </a:lnTo>
                <a:lnTo>
                  <a:pt x="16518745" y="6807526"/>
                </a:lnTo>
                <a:lnTo>
                  <a:pt x="16496973" y="6847265"/>
                </a:lnTo>
                <a:lnTo>
                  <a:pt x="16473033" y="6885580"/>
                </a:lnTo>
                <a:lnTo>
                  <a:pt x="16447007" y="6922387"/>
                </a:lnTo>
                <a:lnTo>
                  <a:pt x="16418977" y="6957604"/>
                </a:lnTo>
                <a:lnTo>
                  <a:pt x="16389026" y="6991149"/>
                </a:lnTo>
                <a:lnTo>
                  <a:pt x="16357237" y="7022938"/>
                </a:lnTo>
                <a:lnTo>
                  <a:pt x="16323692" y="7052888"/>
                </a:lnTo>
                <a:lnTo>
                  <a:pt x="16288475" y="7080918"/>
                </a:lnTo>
                <a:lnTo>
                  <a:pt x="16251667" y="7106945"/>
                </a:lnTo>
                <a:lnTo>
                  <a:pt x="16213353" y="7130885"/>
                </a:lnTo>
                <a:lnTo>
                  <a:pt x="16173613" y="7152657"/>
                </a:lnTo>
                <a:lnTo>
                  <a:pt x="16132532" y="7172176"/>
                </a:lnTo>
                <a:lnTo>
                  <a:pt x="16090191" y="7189362"/>
                </a:lnTo>
                <a:lnTo>
                  <a:pt x="16046674" y="7204130"/>
                </a:lnTo>
                <a:lnTo>
                  <a:pt x="16002063" y="7216399"/>
                </a:lnTo>
                <a:lnTo>
                  <a:pt x="15956441" y="7226085"/>
                </a:lnTo>
                <a:lnTo>
                  <a:pt x="15909890" y="7233106"/>
                </a:lnTo>
                <a:lnTo>
                  <a:pt x="15862494" y="7237379"/>
                </a:lnTo>
                <a:lnTo>
                  <a:pt x="15814334" y="7238821"/>
                </a:lnTo>
                <a:close/>
              </a:path>
            </a:pathLst>
          </a:custGeom>
          <a:solidFill>
            <a:srgbClr val="99ACB5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028700" y="116279"/>
            <a:ext cx="9293860" cy="1924050"/>
            <a:chOff x="1028700" y="116279"/>
            <a:chExt cx="9293860" cy="1924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118" y="116279"/>
              <a:ext cx="4133849" cy="19240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778270"/>
              <a:ext cx="5162549" cy="10572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34771" y="247265"/>
            <a:ext cx="3152774" cy="21621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47885" y="0"/>
            <a:ext cx="2666999" cy="25245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4071" y="4268096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84071" y="4668146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38858" y="4064852"/>
            <a:ext cx="5991225" cy="405110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490"/>
              </a:spcBef>
            </a:pPr>
            <a:r>
              <a:rPr lang="en-US" sz="2300" spc="-30" dirty="0">
                <a:latin typeface="Verdana"/>
                <a:cs typeface="Verdana"/>
              </a:rPr>
              <a:t>Step-by-Step Working:	</a:t>
            </a:r>
          </a:p>
          <a:p>
            <a:pPr marL="295275">
              <a:lnSpc>
                <a:spcPct val="100000"/>
              </a:lnSpc>
              <a:spcBef>
                <a:spcPts val="490"/>
              </a:spcBef>
            </a:pPr>
            <a:r>
              <a:rPr lang="en-US" sz="2300" spc="-30" dirty="0">
                <a:latin typeface="Verdana"/>
                <a:cs typeface="Verdana"/>
              </a:rPr>
              <a:t>1.Robot follows a predefined path using IR sensors	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Stops at each room	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Detects request (button/sensor)	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Stores and counts requests	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Moves to next room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Reaches pharmacy	</a:t>
            </a:r>
          </a:p>
          <a:p>
            <a:pPr marL="752475" indent="-457200">
              <a:lnSpc>
                <a:spcPct val="100000"/>
              </a:lnSpc>
              <a:spcBef>
                <a:spcPts val="490"/>
              </a:spcBef>
              <a:buAutoNum type="arabicPeriod" startAt="2"/>
            </a:pPr>
            <a:r>
              <a:rPr lang="en-US" sz="2300" spc="-30" dirty="0">
                <a:latin typeface="Verdana"/>
                <a:cs typeface="Verdana"/>
              </a:rPr>
              <a:t>Displays output using LED and buzzer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73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SYSTEM</a:t>
            </a:r>
            <a:r>
              <a:rPr spc="-405" dirty="0"/>
              <a:t> </a:t>
            </a:r>
            <a:r>
              <a:rPr spc="-350" dirty="0"/>
              <a:t>ARCHITECTURE/</a:t>
            </a:r>
            <a:r>
              <a:rPr spc="-405" dirty="0"/>
              <a:t> </a:t>
            </a:r>
            <a:r>
              <a:rPr spc="-409" dirty="0"/>
              <a:t>WORKING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519ED5-2F59-4E63-E222-9C056B8A8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505" y="3870041"/>
            <a:ext cx="5991225" cy="4663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2647124"/>
            <a:ext cx="16598900" cy="7239000"/>
          </a:xfrm>
          <a:custGeom>
            <a:avLst/>
            <a:gdLst/>
            <a:ahLst/>
            <a:cxnLst/>
            <a:rect l="l" t="t" r="r" b="b"/>
            <a:pathLst>
              <a:path w="16598900" h="7239000">
                <a:moveTo>
                  <a:pt x="15814334" y="7238821"/>
                </a:moveTo>
                <a:lnTo>
                  <a:pt x="790574" y="7238821"/>
                </a:lnTo>
                <a:lnTo>
                  <a:pt x="742415" y="7237379"/>
                </a:lnTo>
                <a:lnTo>
                  <a:pt x="695018" y="7233106"/>
                </a:lnTo>
                <a:lnTo>
                  <a:pt x="648468" y="7226085"/>
                </a:lnTo>
                <a:lnTo>
                  <a:pt x="602845" y="7216399"/>
                </a:lnTo>
                <a:lnTo>
                  <a:pt x="558234" y="7204130"/>
                </a:lnTo>
                <a:lnTo>
                  <a:pt x="514717" y="7189362"/>
                </a:lnTo>
                <a:lnTo>
                  <a:pt x="472377" y="7172176"/>
                </a:lnTo>
                <a:lnTo>
                  <a:pt x="431295" y="7152657"/>
                </a:lnTo>
                <a:lnTo>
                  <a:pt x="391556" y="7130885"/>
                </a:lnTo>
                <a:lnTo>
                  <a:pt x="353242" y="7106945"/>
                </a:lnTo>
                <a:lnTo>
                  <a:pt x="316434" y="7080918"/>
                </a:lnTo>
                <a:lnTo>
                  <a:pt x="281217" y="7052888"/>
                </a:lnTo>
                <a:lnTo>
                  <a:pt x="247673" y="7022938"/>
                </a:lnTo>
                <a:lnTo>
                  <a:pt x="215884" y="6991149"/>
                </a:lnTo>
                <a:lnTo>
                  <a:pt x="185933" y="6957604"/>
                </a:lnTo>
                <a:lnTo>
                  <a:pt x="157903" y="6922387"/>
                </a:lnTo>
                <a:lnTo>
                  <a:pt x="131876" y="6885580"/>
                </a:lnTo>
                <a:lnTo>
                  <a:pt x="107936" y="6847265"/>
                </a:lnTo>
                <a:lnTo>
                  <a:pt x="86165" y="6807526"/>
                </a:lnTo>
                <a:lnTo>
                  <a:pt x="66645" y="6766445"/>
                </a:lnTo>
                <a:lnTo>
                  <a:pt x="49460" y="6724104"/>
                </a:lnTo>
                <a:lnTo>
                  <a:pt x="34692" y="6680587"/>
                </a:lnTo>
                <a:lnTo>
                  <a:pt x="22423" y="6635976"/>
                </a:lnTo>
                <a:lnTo>
                  <a:pt x="12737" y="6590354"/>
                </a:lnTo>
                <a:lnTo>
                  <a:pt x="5716" y="6543803"/>
                </a:lnTo>
                <a:lnTo>
                  <a:pt x="1442" y="6496407"/>
                </a:lnTo>
                <a:lnTo>
                  <a:pt x="0" y="6448247"/>
                </a:lnTo>
                <a:lnTo>
                  <a:pt x="0" y="790574"/>
                </a:lnTo>
                <a:lnTo>
                  <a:pt x="1442" y="742415"/>
                </a:lnTo>
                <a:lnTo>
                  <a:pt x="5716" y="695018"/>
                </a:lnTo>
                <a:lnTo>
                  <a:pt x="12737" y="648468"/>
                </a:lnTo>
                <a:lnTo>
                  <a:pt x="22423" y="602845"/>
                </a:lnTo>
                <a:lnTo>
                  <a:pt x="34692" y="558234"/>
                </a:lnTo>
                <a:lnTo>
                  <a:pt x="49460" y="514717"/>
                </a:lnTo>
                <a:lnTo>
                  <a:pt x="66645" y="472377"/>
                </a:lnTo>
                <a:lnTo>
                  <a:pt x="86165" y="431295"/>
                </a:lnTo>
                <a:lnTo>
                  <a:pt x="107936" y="391556"/>
                </a:lnTo>
                <a:lnTo>
                  <a:pt x="131876" y="353242"/>
                </a:lnTo>
                <a:lnTo>
                  <a:pt x="157903" y="316434"/>
                </a:lnTo>
                <a:lnTo>
                  <a:pt x="185933" y="281217"/>
                </a:lnTo>
                <a:lnTo>
                  <a:pt x="215884" y="247673"/>
                </a:lnTo>
                <a:lnTo>
                  <a:pt x="247673" y="215884"/>
                </a:lnTo>
                <a:lnTo>
                  <a:pt x="281217" y="185933"/>
                </a:lnTo>
                <a:lnTo>
                  <a:pt x="316434" y="157903"/>
                </a:lnTo>
                <a:lnTo>
                  <a:pt x="353242" y="131876"/>
                </a:lnTo>
                <a:lnTo>
                  <a:pt x="391556" y="107936"/>
                </a:lnTo>
                <a:lnTo>
                  <a:pt x="431295" y="86165"/>
                </a:lnTo>
                <a:lnTo>
                  <a:pt x="472377" y="66645"/>
                </a:lnTo>
                <a:lnTo>
                  <a:pt x="514717" y="49460"/>
                </a:lnTo>
                <a:lnTo>
                  <a:pt x="558234" y="34692"/>
                </a:lnTo>
                <a:lnTo>
                  <a:pt x="602845" y="22423"/>
                </a:lnTo>
                <a:lnTo>
                  <a:pt x="648468" y="12737"/>
                </a:lnTo>
                <a:lnTo>
                  <a:pt x="695018" y="5716"/>
                </a:lnTo>
                <a:lnTo>
                  <a:pt x="742415" y="1442"/>
                </a:lnTo>
                <a:lnTo>
                  <a:pt x="790574" y="0"/>
                </a:lnTo>
                <a:lnTo>
                  <a:pt x="15814334" y="0"/>
                </a:lnTo>
                <a:lnTo>
                  <a:pt x="15862494" y="1442"/>
                </a:lnTo>
                <a:lnTo>
                  <a:pt x="15909890" y="5716"/>
                </a:lnTo>
                <a:lnTo>
                  <a:pt x="15956441" y="12737"/>
                </a:lnTo>
                <a:lnTo>
                  <a:pt x="16002063" y="22423"/>
                </a:lnTo>
                <a:lnTo>
                  <a:pt x="16046674" y="34692"/>
                </a:lnTo>
                <a:lnTo>
                  <a:pt x="16090191" y="49460"/>
                </a:lnTo>
                <a:lnTo>
                  <a:pt x="16132532" y="66645"/>
                </a:lnTo>
                <a:lnTo>
                  <a:pt x="16173613" y="86165"/>
                </a:lnTo>
                <a:lnTo>
                  <a:pt x="16213353" y="107936"/>
                </a:lnTo>
                <a:lnTo>
                  <a:pt x="16251667" y="131876"/>
                </a:lnTo>
                <a:lnTo>
                  <a:pt x="16288475" y="157903"/>
                </a:lnTo>
                <a:lnTo>
                  <a:pt x="16323692" y="185933"/>
                </a:lnTo>
                <a:lnTo>
                  <a:pt x="16357237" y="215884"/>
                </a:lnTo>
                <a:lnTo>
                  <a:pt x="16389026" y="247673"/>
                </a:lnTo>
                <a:lnTo>
                  <a:pt x="16418977" y="281217"/>
                </a:lnTo>
                <a:lnTo>
                  <a:pt x="16447007" y="316434"/>
                </a:lnTo>
                <a:lnTo>
                  <a:pt x="16473033" y="353242"/>
                </a:lnTo>
                <a:lnTo>
                  <a:pt x="16496973" y="391556"/>
                </a:lnTo>
                <a:lnTo>
                  <a:pt x="16518745" y="431295"/>
                </a:lnTo>
                <a:lnTo>
                  <a:pt x="16538264" y="472377"/>
                </a:lnTo>
                <a:lnTo>
                  <a:pt x="16555450" y="514717"/>
                </a:lnTo>
                <a:lnTo>
                  <a:pt x="16570218" y="558234"/>
                </a:lnTo>
                <a:lnTo>
                  <a:pt x="16582487" y="602845"/>
                </a:lnTo>
                <a:lnTo>
                  <a:pt x="16592173" y="648468"/>
                </a:lnTo>
                <a:lnTo>
                  <a:pt x="16598392" y="689698"/>
                </a:lnTo>
                <a:lnTo>
                  <a:pt x="16598392" y="6549123"/>
                </a:lnTo>
                <a:lnTo>
                  <a:pt x="16592173" y="6590354"/>
                </a:lnTo>
                <a:lnTo>
                  <a:pt x="16582487" y="6635976"/>
                </a:lnTo>
                <a:lnTo>
                  <a:pt x="16570218" y="6680587"/>
                </a:lnTo>
                <a:lnTo>
                  <a:pt x="16555450" y="6724104"/>
                </a:lnTo>
                <a:lnTo>
                  <a:pt x="16538264" y="6766445"/>
                </a:lnTo>
                <a:lnTo>
                  <a:pt x="16518745" y="6807526"/>
                </a:lnTo>
                <a:lnTo>
                  <a:pt x="16496973" y="6847265"/>
                </a:lnTo>
                <a:lnTo>
                  <a:pt x="16473033" y="6885580"/>
                </a:lnTo>
                <a:lnTo>
                  <a:pt x="16447007" y="6922387"/>
                </a:lnTo>
                <a:lnTo>
                  <a:pt x="16418977" y="6957604"/>
                </a:lnTo>
                <a:lnTo>
                  <a:pt x="16389026" y="6991149"/>
                </a:lnTo>
                <a:lnTo>
                  <a:pt x="16357237" y="7022938"/>
                </a:lnTo>
                <a:lnTo>
                  <a:pt x="16323692" y="7052888"/>
                </a:lnTo>
                <a:lnTo>
                  <a:pt x="16288475" y="7080918"/>
                </a:lnTo>
                <a:lnTo>
                  <a:pt x="16251667" y="7106945"/>
                </a:lnTo>
                <a:lnTo>
                  <a:pt x="16213353" y="7130885"/>
                </a:lnTo>
                <a:lnTo>
                  <a:pt x="16173613" y="7152657"/>
                </a:lnTo>
                <a:lnTo>
                  <a:pt x="16132532" y="7172176"/>
                </a:lnTo>
                <a:lnTo>
                  <a:pt x="16090191" y="7189362"/>
                </a:lnTo>
                <a:lnTo>
                  <a:pt x="16046674" y="7204130"/>
                </a:lnTo>
                <a:lnTo>
                  <a:pt x="16002063" y="7216399"/>
                </a:lnTo>
                <a:lnTo>
                  <a:pt x="15956441" y="7226085"/>
                </a:lnTo>
                <a:lnTo>
                  <a:pt x="15909890" y="7233106"/>
                </a:lnTo>
                <a:lnTo>
                  <a:pt x="15862494" y="7237379"/>
                </a:lnTo>
                <a:lnTo>
                  <a:pt x="15814334" y="7238821"/>
                </a:lnTo>
                <a:close/>
              </a:path>
            </a:pathLst>
          </a:custGeom>
          <a:solidFill>
            <a:srgbClr val="99ACB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028700" y="151884"/>
            <a:ext cx="9255760" cy="1905000"/>
            <a:chOff x="1028700" y="151884"/>
            <a:chExt cx="9255760" cy="1905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118" y="151884"/>
              <a:ext cx="4095749" cy="1904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778269"/>
              <a:ext cx="5162549" cy="10572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38686" y="151884"/>
            <a:ext cx="3286124" cy="22478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09039" y="0"/>
            <a:ext cx="2600324" cy="26003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57893" y="2824161"/>
            <a:ext cx="49980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CIRCUIT</a:t>
            </a:r>
            <a:r>
              <a:rPr spc="-409" dirty="0"/>
              <a:t> </a:t>
            </a:r>
            <a:r>
              <a:rPr spc="-330" dirty="0"/>
              <a:t>DIAGRAM</a:t>
            </a: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1766" y="4270661"/>
            <a:ext cx="104775" cy="1047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ACDBDC-845C-AA80-09B0-C4D6075CFD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235" y="3924300"/>
            <a:ext cx="5867400" cy="5180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232961"/>
            <a:ext cx="16601440" cy="7143115"/>
          </a:xfrm>
          <a:custGeom>
            <a:avLst/>
            <a:gdLst/>
            <a:ahLst/>
            <a:cxnLst/>
            <a:rect l="l" t="t" r="r" b="b"/>
            <a:pathLst>
              <a:path w="16601440" h="7143115">
                <a:moveTo>
                  <a:pt x="15814335" y="7142737"/>
                </a:moveTo>
                <a:lnTo>
                  <a:pt x="790575" y="7142737"/>
                </a:lnTo>
                <a:lnTo>
                  <a:pt x="742415" y="7141295"/>
                </a:lnTo>
                <a:lnTo>
                  <a:pt x="695018" y="7137021"/>
                </a:lnTo>
                <a:lnTo>
                  <a:pt x="648468" y="7130000"/>
                </a:lnTo>
                <a:lnTo>
                  <a:pt x="602845" y="7120314"/>
                </a:lnTo>
                <a:lnTo>
                  <a:pt x="558234" y="7108045"/>
                </a:lnTo>
                <a:lnTo>
                  <a:pt x="514717" y="7093277"/>
                </a:lnTo>
                <a:lnTo>
                  <a:pt x="472377" y="7076092"/>
                </a:lnTo>
                <a:lnTo>
                  <a:pt x="431295" y="7056572"/>
                </a:lnTo>
                <a:lnTo>
                  <a:pt x="391556" y="7034801"/>
                </a:lnTo>
                <a:lnTo>
                  <a:pt x="353242" y="7010860"/>
                </a:lnTo>
                <a:lnTo>
                  <a:pt x="316434" y="6984834"/>
                </a:lnTo>
                <a:lnTo>
                  <a:pt x="281217" y="6956804"/>
                </a:lnTo>
                <a:lnTo>
                  <a:pt x="247673" y="6926853"/>
                </a:lnTo>
                <a:lnTo>
                  <a:pt x="215884" y="6895064"/>
                </a:lnTo>
                <a:lnTo>
                  <a:pt x="185933" y="6861520"/>
                </a:lnTo>
                <a:lnTo>
                  <a:pt x="157903" y="6826303"/>
                </a:lnTo>
                <a:lnTo>
                  <a:pt x="131876" y="6789495"/>
                </a:lnTo>
                <a:lnTo>
                  <a:pt x="107936" y="6751181"/>
                </a:lnTo>
                <a:lnTo>
                  <a:pt x="86165" y="6711441"/>
                </a:lnTo>
                <a:lnTo>
                  <a:pt x="66645" y="6670360"/>
                </a:lnTo>
                <a:lnTo>
                  <a:pt x="49460" y="6628020"/>
                </a:lnTo>
                <a:lnTo>
                  <a:pt x="34692" y="6584502"/>
                </a:lnTo>
                <a:lnTo>
                  <a:pt x="22423" y="6539891"/>
                </a:lnTo>
                <a:lnTo>
                  <a:pt x="12737" y="6494269"/>
                </a:lnTo>
                <a:lnTo>
                  <a:pt x="5716" y="6447719"/>
                </a:lnTo>
                <a:lnTo>
                  <a:pt x="1442" y="6400322"/>
                </a:lnTo>
                <a:lnTo>
                  <a:pt x="0" y="6352162"/>
                </a:lnTo>
                <a:lnTo>
                  <a:pt x="0" y="790575"/>
                </a:lnTo>
                <a:lnTo>
                  <a:pt x="1442" y="742415"/>
                </a:lnTo>
                <a:lnTo>
                  <a:pt x="5716" y="695018"/>
                </a:lnTo>
                <a:lnTo>
                  <a:pt x="12737" y="648468"/>
                </a:lnTo>
                <a:lnTo>
                  <a:pt x="22423" y="602845"/>
                </a:lnTo>
                <a:lnTo>
                  <a:pt x="34692" y="558234"/>
                </a:lnTo>
                <a:lnTo>
                  <a:pt x="49460" y="514717"/>
                </a:lnTo>
                <a:lnTo>
                  <a:pt x="66645" y="472377"/>
                </a:lnTo>
                <a:lnTo>
                  <a:pt x="86165" y="431295"/>
                </a:lnTo>
                <a:lnTo>
                  <a:pt x="107936" y="391556"/>
                </a:lnTo>
                <a:lnTo>
                  <a:pt x="131876" y="353242"/>
                </a:lnTo>
                <a:lnTo>
                  <a:pt x="157903" y="316434"/>
                </a:lnTo>
                <a:lnTo>
                  <a:pt x="185933" y="281217"/>
                </a:lnTo>
                <a:lnTo>
                  <a:pt x="215884" y="247673"/>
                </a:lnTo>
                <a:lnTo>
                  <a:pt x="247673" y="215884"/>
                </a:lnTo>
                <a:lnTo>
                  <a:pt x="281217" y="185933"/>
                </a:lnTo>
                <a:lnTo>
                  <a:pt x="316434" y="157903"/>
                </a:lnTo>
                <a:lnTo>
                  <a:pt x="353242" y="131876"/>
                </a:lnTo>
                <a:lnTo>
                  <a:pt x="391556" y="107936"/>
                </a:lnTo>
                <a:lnTo>
                  <a:pt x="431295" y="86165"/>
                </a:lnTo>
                <a:lnTo>
                  <a:pt x="472377" y="66645"/>
                </a:lnTo>
                <a:lnTo>
                  <a:pt x="514717" y="49460"/>
                </a:lnTo>
                <a:lnTo>
                  <a:pt x="558234" y="34692"/>
                </a:lnTo>
                <a:lnTo>
                  <a:pt x="602845" y="22423"/>
                </a:lnTo>
                <a:lnTo>
                  <a:pt x="648468" y="12737"/>
                </a:lnTo>
                <a:lnTo>
                  <a:pt x="695018" y="5716"/>
                </a:lnTo>
                <a:lnTo>
                  <a:pt x="742415" y="1442"/>
                </a:lnTo>
                <a:lnTo>
                  <a:pt x="790575" y="0"/>
                </a:lnTo>
                <a:lnTo>
                  <a:pt x="15814335" y="0"/>
                </a:lnTo>
                <a:lnTo>
                  <a:pt x="15862494" y="1442"/>
                </a:lnTo>
                <a:lnTo>
                  <a:pt x="15909891" y="5716"/>
                </a:lnTo>
                <a:lnTo>
                  <a:pt x="15956442" y="12737"/>
                </a:lnTo>
                <a:lnTo>
                  <a:pt x="16002064" y="22423"/>
                </a:lnTo>
                <a:lnTo>
                  <a:pt x="16046676" y="34692"/>
                </a:lnTo>
                <a:lnTo>
                  <a:pt x="16090193" y="49460"/>
                </a:lnTo>
                <a:lnTo>
                  <a:pt x="16132533" y="66645"/>
                </a:lnTo>
                <a:lnTo>
                  <a:pt x="16173615" y="86165"/>
                </a:lnTo>
                <a:lnTo>
                  <a:pt x="16213354" y="107936"/>
                </a:lnTo>
                <a:lnTo>
                  <a:pt x="16251669" y="131876"/>
                </a:lnTo>
                <a:lnTo>
                  <a:pt x="16288476" y="157903"/>
                </a:lnTo>
                <a:lnTo>
                  <a:pt x="16323693" y="185933"/>
                </a:lnTo>
                <a:lnTo>
                  <a:pt x="16357238" y="215884"/>
                </a:lnTo>
                <a:lnTo>
                  <a:pt x="16389027" y="247673"/>
                </a:lnTo>
                <a:lnTo>
                  <a:pt x="16418978" y="281217"/>
                </a:lnTo>
                <a:lnTo>
                  <a:pt x="16447008" y="316434"/>
                </a:lnTo>
                <a:lnTo>
                  <a:pt x="16473034" y="353242"/>
                </a:lnTo>
                <a:lnTo>
                  <a:pt x="16496975" y="391556"/>
                </a:lnTo>
                <a:lnTo>
                  <a:pt x="16518746" y="431295"/>
                </a:lnTo>
                <a:lnTo>
                  <a:pt x="16538265" y="472377"/>
                </a:lnTo>
                <a:lnTo>
                  <a:pt x="16555451" y="514717"/>
                </a:lnTo>
                <a:lnTo>
                  <a:pt x="16570219" y="558234"/>
                </a:lnTo>
                <a:lnTo>
                  <a:pt x="16582488" y="602845"/>
                </a:lnTo>
                <a:lnTo>
                  <a:pt x="16592174" y="648468"/>
                </a:lnTo>
                <a:lnTo>
                  <a:pt x="16599195" y="695018"/>
                </a:lnTo>
                <a:lnTo>
                  <a:pt x="16601284" y="718187"/>
                </a:lnTo>
                <a:lnTo>
                  <a:pt x="16601284" y="6424550"/>
                </a:lnTo>
                <a:lnTo>
                  <a:pt x="16592174" y="6494269"/>
                </a:lnTo>
                <a:lnTo>
                  <a:pt x="16582488" y="6539891"/>
                </a:lnTo>
                <a:lnTo>
                  <a:pt x="16570219" y="6584502"/>
                </a:lnTo>
                <a:lnTo>
                  <a:pt x="16555451" y="6628020"/>
                </a:lnTo>
                <a:lnTo>
                  <a:pt x="16538265" y="6670360"/>
                </a:lnTo>
                <a:lnTo>
                  <a:pt x="16518746" y="6711441"/>
                </a:lnTo>
                <a:lnTo>
                  <a:pt x="16496975" y="6751181"/>
                </a:lnTo>
                <a:lnTo>
                  <a:pt x="16473034" y="6789495"/>
                </a:lnTo>
                <a:lnTo>
                  <a:pt x="16447008" y="6826303"/>
                </a:lnTo>
                <a:lnTo>
                  <a:pt x="16418978" y="6861520"/>
                </a:lnTo>
                <a:lnTo>
                  <a:pt x="16389027" y="6895064"/>
                </a:lnTo>
                <a:lnTo>
                  <a:pt x="16357238" y="6926853"/>
                </a:lnTo>
                <a:lnTo>
                  <a:pt x="16323693" y="6956804"/>
                </a:lnTo>
                <a:lnTo>
                  <a:pt x="16288476" y="6984834"/>
                </a:lnTo>
                <a:lnTo>
                  <a:pt x="16251669" y="7010860"/>
                </a:lnTo>
                <a:lnTo>
                  <a:pt x="16213354" y="7034801"/>
                </a:lnTo>
                <a:lnTo>
                  <a:pt x="16173615" y="7056572"/>
                </a:lnTo>
                <a:lnTo>
                  <a:pt x="16132533" y="7076092"/>
                </a:lnTo>
                <a:lnTo>
                  <a:pt x="16090193" y="7093277"/>
                </a:lnTo>
                <a:lnTo>
                  <a:pt x="16046676" y="7108045"/>
                </a:lnTo>
                <a:lnTo>
                  <a:pt x="16002064" y="7120314"/>
                </a:lnTo>
                <a:lnTo>
                  <a:pt x="15956442" y="7130000"/>
                </a:lnTo>
                <a:lnTo>
                  <a:pt x="15909891" y="7137021"/>
                </a:lnTo>
                <a:lnTo>
                  <a:pt x="15862494" y="7141295"/>
                </a:lnTo>
                <a:lnTo>
                  <a:pt x="15814335" y="7142737"/>
                </a:lnTo>
                <a:close/>
              </a:path>
            </a:pathLst>
          </a:custGeom>
          <a:solidFill>
            <a:srgbClr val="99ACB5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028700" y="135406"/>
            <a:ext cx="9504045" cy="1962150"/>
            <a:chOff x="1028700" y="135406"/>
            <a:chExt cx="9504045" cy="196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2796" y="135406"/>
              <a:ext cx="4219574" cy="19621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778269"/>
              <a:ext cx="5286374" cy="108584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0854876" y="0"/>
            <a:ext cx="6116955" cy="2520315"/>
            <a:chOff x="10854876" y="0"/>
            <a:chExt cx="6116955" cy="25203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4876" y="135406"/>
              <a:ext cx="3476625" cy="2381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33060" y="0"/>
              <a:ext cx="2638424" cy="251998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157760" y="2864251"/>
            <a:ext cx="99466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INNOVATION,</a:t>
            </a:r>
            <a:r>
              <a:rPr spc="-400" dirty="0"/>
              <a:t> </a:t>
            </a:r>
            <a:r>
              <a:rPr spc="-415" dirty="0"/>
              <a:t>FEASIBILITY</a:t>
            </a:r>
            <a:r>
              <a:rPr spc="-400" dirty="0"/>
              <a:t> </a:t>
            </a:r>
            <a:r>
              <a:rPr spc="-994" dirty="0"/>
              <a:t>&amp;</a:t>
            </a:r>
            <a:r>
              <a:rPr spc="-395" dirty="0"/>
              <a:t> </a:t>
            </a:r>
            <a:r>
              <a:rPr spc="-415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1D5965-73DA-817B-5126-9C9E5252FB0A}"/>
              </a:ext>
            </a:extLst>
          </p:cNvPr>
          <p:cNvSpPr txBox="1"/>
          <p:nvPr/>
        </p:nvSpPr>
        <p:spPr>
          <a:xfrm>
            <a:off x="2590800" y="3680377"/>
            <a:ext cx="11353800" cy="550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Innovation: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Smart hospital automation system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Real-time request detection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Can be extended with AI, IoT, voice control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 Feasibility: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Uses low-cost components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Easy to build and deploy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Works without internet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Verdana"/>
              <a:cs typeface="Verdana"/>
            </a:endParaRP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 Expected Output: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Robot moves autonomously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Detects requests accurately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Verdana"/>
                <a:cs typeface="Verdana"/>
              </a:rPr>
              <a:t>LED blinks = number of requests	</a:t>
            </a:r>
          </a:p>
          <a:p>
            <a:pPr marL="355600" marR="5080" indent="-342900">
              <a:lnSpc>
                <a:spcPct val="1141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Verdana"/>
                <a:cs typeface="Verdana"/>
              </a:rPr>
              <a:t>Buzzzer</a:t>
            </a:r>
            <a:r>
              <a:rPr lang="en-US" sz="2000" dirty="0">
                <a:latin typeface="Verdana"/>
                <a:cs typeface="Verdana"/>
              </a:rPr>
              <a:t> beeps = number of rooms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243</Words>
  <Application>Microsoft Office PowerPoint</Application>
  <PresentationFormat>Custom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Black</vt:lpstr>
      <vt:lpstr>Calibri</vt:lpstr>
      <vt:lpstr>Verdana</vt:lpstr>
      <vt:lpstr>Wingdings</vt:lpstr>
      <vt:lpstr>Office Theme</vt:lpstr>
      <vt:lpstr>HARDWARE HACKATHON ROUND 1 -TITLE OF THE PROJECT-</vt:lpstr>
      <vt:lpstr>PROBLEM UNDERSTANDING &amp; PROPOSED IDEA</vt:lpstr>
      <vt:lpstr>SYSTEM ARCHITECTURE/ WORKING</vt:lpstr>
      <vt:lpstr>CIRCUIT DIAGRAM</vt:lpstr>
      <vt:lpstr>INNOVATION, FEASIBILITY &amp;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1 PPT template</dc:title>
  <dc:creator>Bhumika Asritha</dc:creator>
  <cp:keywords>DAHFD7_7Qso,BAGLsUeCSLY,0</cp:keywords>
  <cp:lastModifiedBy>svvsnarayana25@gmail.com</cp:lastModifiedBy>
  <cp:revision>2</cp:revision>
  <dcterms:created xsi:type="dcterms:W3CDTF">2026-03-28T05:28:41Z</dcterms:created>
  <dcterms:modified xsi:type="dcterms:W3CDTF">2026-03-28T06:03:20Z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2026-03-28T00:00:00Z</vt:filetime>
  </property>
  <property fmtid="{D5CDD505-2E9C-101B-9397-08002B2CF9AE}" pid="5" name="Producer">
    <vt:lpwstr>Canva</vt:lpwstr>
  </property>
</Properties>
</file>